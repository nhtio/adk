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  <p:sldId id="258" r:id="rId3"/>
    <p:sldId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</Relationships>
</file>

<file path=ppt/charts/_rels/chart1.xml.rels><?xml version="1.0" encoding="UTF-8" standalone="yes"?>
<Relationships xmlns="http://schemas.openxmlformats.org/package/2006/relationships"/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grouping val="clustered"/>
        <c:ser>
          <c:idx val="0"/>
          <c:order val="0"/>
          <c:val>
            <c:numRe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</c:barChart>
    </c:plotArea>
  </c:chart>
</c:chartSpace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/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chart" Target="../../charts/char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ext Slide">
    <p:spTree>
      <p:sp>
        <p:txBody>
          <a:bodyPr/>
          <a:lstStyle/>
          <a:p>
            <a:r>
              <a:t>Rich fixture slide one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Table Slide">
    <p:spTree>
      <p:graphicFrame>
        <a:graphic xmlns:a="http://schemas.openxmlformats.org/drawingml/2006/main">
          <a:graphicData uri="http://schemas.openxmlformats.org/drawingml/2006/table">
            <a:tbl>
              <a:tblGrid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t>Price</a:t>
                      </a:r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Widget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t>9.99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Image Slide">
    <p:spTree>
      <p:pic>
        <p:blipFill>
          <a:blip r:embed="rId1"/>
        </p:blipFill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Chart Slide">
    <p:spTree>
      <p:graphicFrame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</p:sld>
</file>