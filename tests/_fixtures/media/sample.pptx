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Sample PPTX Fixture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Generated for doc.convert e2e tests.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nht-ai-tools-server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fixture</dc:title>
  <dc:subject>test fixture</dc:subject>
  <dc:creator>nht-ai-tools-server</dc:creator>
  <cp:lastModifiedBy>nht-ai-tools-server</cp:lastModifiedBy>
  <cp:revision>1</cp:revision>
  <dcterms:created xsi:type="dcterms:W3CDTF">2026-04-19T07:37:44Z</dcterms:created>
  <dcterms:modified xsi:type="dcterms:W3CDTF">2026-04-19T07:37:44Z</dcterms:modified>
</cp:coreProperties>
</file>